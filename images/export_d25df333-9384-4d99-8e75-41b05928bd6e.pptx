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2370" y="1302320"/>
            <a:ext cx="1675394" cy="1192865"/>
          </a:xfrm>
          <a:custGeom>
            <a:avLst/>
            <a:gdLst/>
            <a:ahLst/>
            <a:cxnLst/>
            <a:rect l="0" t="0" r="0" b="0"/>
            <a:pathLst>
              <a:path w="1675394" h="1192865">
                <a:moveTo>
                  <a:pt x="0" y="0"/>
                </a:moveTo>
                <a:lnTo>
                  <a:pt x="1675394" y="0"/>
                </a:lnTo>
                <a:lnTo>
                  <a:pt x="1675394" y="1192865"/>
                </a:lnTo>
                <a:lnTo>
                  <a:pt x="0" y="1192865"/>
                </a:lnTo>
                <a:lnTo>
                  <a:pt x="0" y="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2370" y="1302321"/>
            <a:ext cx="1675394" cy="1192865"/>
          </a:xfrm>
          <a:custGeom>
            <a:avLst/>
            <a:gdLst/>
            <a:ahLst/>
            <a:cxnLst/>
            <a:rect l="0" t="0" r="0" b="0"/>
            <a:pathLst>
              <a:path w="1675394" h="1192865">
                <a:moveTo>
                  <a:pt x="0" y="0"/>
                </a:moveTo>
                <a:lnTo>
                  <a:pt x="1675394" y="0"/>
                </a:lnTo>
                <a:lnTo>
                  <a:pt x="1675394" y="1192865"/>
                </a:lnTo>
                <a:lnTo>
                  <a:pt x="0" y="1192865"/>
                </a:lnTo>
                <a:close/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3418" y="2949511"/>
            <a:ext cx="1768472" cy="977313"/>
          </a:xfrm>
          <a:custGeom>
            <a:avLst/>
            <a:gdLst/>
            <a:ahLst/>
            <a:cxnLst/>
            <a:rect l="0" t="0" r="0" b="0"/>
            <a:pathLst>
              <a:path w="1768472" h="977313">
                <a:moveTo>
                  <a:pt x="0" y="0"/>
                </a:moveTo>
                <a:lnTo>
                  <a:pt x="1768472" y="0"/>
                </a:lnTo>
                <a:lnTo>
                  <a:pt x="1768472" y="977313"/>
                </a:lnTo>
                <a:lnTo>
                  <a:pt x="0" y="977313"/>
                </a:lnTo>
                <a:lnTo>
                  <a:pt x="0" y="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3418" y="2949511"/>
            <a:ext cx="1768472" cy="977313"/>
          </a:xfrm>
          <a:custGeom>
            <a:avLst/>
            <a:gdLst/>
            <a:ahLst/>
            <a:cxnLst/>
            <a:rect l="0" t="0" r="0" b="0"/>
            <a:pathLst>
              <a:path w="1768472" h="977313">
                <a:moveTo>
                  <a:pt x="0" y="0"/>
                </a:moveTo>
                <a:lnTo>
                  <a:pt x="1768472" y="0"/>
                </a:lnTo>
                <a:lnTo>
                  <a:pt x="1768472" y="977313"/>
                </a:lnTo>
                <a:lnTo>
                  <a:pt x="0" y="977313"/>
                </a:lnTo>
                <a:close/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9956" y="1407629"/>
            <a:ext cx="1675394" cy="977313"/>
          </a:xfrm>
          <a:custGeom>
            <a:avLst/>
            <a:gdLst/>
            <a:ahLst/>
            <a:cxnLst/>
            <a:rect l="0" t="0" r="0" b="0"/>
            <a:pathLst>
              <a:path w="1675394" h="977313">
                <a:moveTo>
                  <a:pt x="0" y="0"/>
                </a:moveTo>
                <a:lnTo>
                  <a:pt x="1675394" y="0"/>
                </a:lnTo>
                <a:lnTo>
                  <a:pt x="1675394" y="977313"/>
                </a:lnTo>
                <a:lnTo>
                  <a:pt x="0" y="977313"/>
                </a:lnTo>
                <a:lnTo>
                  <a:pt x="0" y="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29558" y="4578367"/>
            <a:ext cx="1675394" cy="977313"/>
          </a:xfrm>
          <a:custGeom>
            <a:avLst/>
            <a:gdLst/>
            <a:ahLst/>
            <a:cxnLst/>
            <a:rect l="0" t="0" r="0" b="0"/>
            <a:pathLst>
              <a:path w="1675394" h="977313">
                <a:moveTo>
                  <a:pt x="0" y="0"/>
                </a:moveTo>
                <a:lnTo>
                  <a:pt x="1675394" y="0"/>
                </a:lnTo>
                <a:lnTo>
                  <a:pt x="1675394" y="977313"/>
                </a:lnTo>
                <a:lnTo>
                  <a:pt x="0" y="977313"/>
                </a:lnTo>
                <a:lnTo>
                  <a:pt x="0" y="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09956" y="1407629"/>
            <a:ext cx="1675394" cy="977313"/>
          </a:xfrm>
          <a:custGeom>
            <a:avLst/>
            <a:gdLst/>
            <a:ahLst/>
            <a:cxnLst/>
            <a:rect l="0" t="0" r="0" b="0"/>
            <a:pathLst>
              <a:path w="1675394" h="977313">
                <a:moveTo>
                  <a:pt x="0" y="0"/>
                </a:moveTo>
                <a:lnTo>
                  <a:pt x="1675394" y="0"/>
                </a:lnTo>
                <a:lnTo>
                  <a:pt x="1675394" y="977313"/>
                </a:lnTo>
                <a:lnTo>
                  <a:pt x="0" y="977313"/>
                </a:lnTo>
                <a:close/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29558" y="4578367"/>
            <a:ext cx="1675394" cy="977313"/>
          </a:xfrm>
          <a:custGeom>
            <a:avLst/>
            <a:gdLst/>
            <a:ahLst/>
            <a:cxnLst/>
            <a:rect l="0" t="0" r="0" b="0"/>
            <a:pathLst>
              <a:path w="1675394" h="977313">
                <a:moveTo>
                  <a:pt x="0" y="0"/>
                </a:moveTo>
                <a:lnTo>
                  <a:pt x="1675394" y="0"/>
                </a:lnTo>
                <a:lnTo>
                  <a:pt x="1675394" y="977313"/>
                </a:lnTo>
                <a:lnTo>
                  <a:pt x="0" y="977313"/>
                </a:lnTo>
                <a:close/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6345" y="4599131"/>
            <a:ext cx="1702619" cy="933256"/>
          </a:xfrm>
          <a:custGeom>
            <a:avLst/>
            <a:gdLst/>
            <a:ahLst/>
            <a:cxnLst/>
            <a:rect l="0" t="0" r="0" b="0"/>
            <a:pathLst>
              <a:path w="1702619" h="933256">
                <a:moveTo>
                  <a:pt x="0" y="0"/>
                </a:moveTo>
                <a:lnTo>
                  <a:pt x="1702619" y="0"/>
                </a:lnTo>
                <a:lnTo>
                  <a:pt x="1702619" y="933256"/>
                </a:lnTo>
                <a:lnTo>
                  <a:pt x="0" y="933256"/>
                </a:lnTo>
                <a:lnTo>
                  <a:pt x="0" y="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6345" y="4599131"/>
            <a:ext cx="1702619" cy="933256"/>
          </a:xfrm>
          <a:custGeom>
            <a:avLst/>
            <a:gdLst/>
            <a:ahLst/>
            <a:cxnLst/>
            <a:rect l="0" t="0" r="0" b="0"/>
            <a:pathLst>
              <a:path w="1702619" h="933256">
                <a:moveTo>
                  <a:pt x="0" y="0"/>
                </a:moveTo>
                <a:lnTo>
                  <a:pt x="1702619" y="0"/>
                </a:lnTo>
                <a:lnTo>
                  <a:pt x="1702619" y="933256"/>
                </a:lnTo>
                <a:lnTo>
                  <a:pt x="0" y="933256"/>
                </a:lnTo>
                <a:close/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2214" y="2969872"/>
            <a:ext cx="1636612" cy="936592"/>
          </a:xfrm>
          <a:custGeom>
            <a:avLst/>
            <a:gdLst/>
            <a:ahLst/>
            <a:cxnLst/>
            <a:rect l="0" t="0" r="0" b="0"/>
            <a:pathLst>
              <a:path w="1636612" h="936592">
                <a:moveTo>
                  <a:pt x="0" y="0"/>
                </a:moveTo>
                <a:lnTo>
                  <a:pt x="1636612" y="0"/>
                </a:lnTo>
                <a:lnTo>
                  <a:pt x="1636612" y="936592"/>
                </a:lnTo>
                <a:lnTo>
                  <a:pt x="0" y="936592"/>
                </a:lnTo>
                <a:lnTo>
                  <a:pt x="0" y="0"/>
                </a:ln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2214" y="2969872"/>
            <a:ext cx="1636612" cy="936592"/>
          </a:xfrm>
          <a:custGeom>
            <a:avLst/>
            <a:gdLst/>
            <a:ahLst/>
            <a:cxnLst/>
            <a:rect l="0" t="0" r="0" b="0"/>
            <a:pathLst>
              <a:path w="1636612" h="936592">
                <a:moveTo>
                  <a:pt x="0" y="0"/>
                </a:moveTo>
                <a:lnTo>
                  <a:pt x="1636612" y="0"/>
                </a:lnTo>
                <a:lnTo>
                  <a:pt x="1636612" y="936592"/>
                </a:lnTo>
                <a:lnTo>
                  <a:pt x="0" y="936592"/>
                </a:lnTo>
                <a:close/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064" y="5210130"/>
            <a:ext cx="742680" cy="2280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84848"/>
                </a:solidFill>
                <a:latin typeface="Shantell Sans"/>
              </a:rPr>
              <a:t>New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4383" y="2581467"/>
            <a:ext cx="1089650" cy="2280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Feature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1322" y="3062367"/>
            <a:ext cx="1512726" cy="4560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  <a:latin typeface="Shantell Sans"/>
              </a:rPr>
              <a:t>Model Training and
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3165" y="3082766"/>
            <a:ext cx="1034781" cy="2280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  <a:latin typeface="Shantell Sans"/>
              </a:rPr>
              <a:t>ML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7230" y="3364869"/>
            <a:ext cx="480698" cy="2280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484848"/>
                </a:solidFill>
                <a:latin typeface="Shantell Sans"/>
              </a:rP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8177" y="4744743"/>
            <a:ext cx="1563453" cy="4560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4848"/>
                </a:solidFill>
                <a:latin typeface="Shantell Sans"/>
              </a:rPr>
              <a:t>Predicted label with
confidence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7157" y="4156028"/>
            <a:ext cx="1237178" cy="2280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84848"/>
                </a:solidFill>
                <a:latin typeface="Shantell Sans"/>
              </a:rPr>
              <a:t>Predictive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5451" y="5211216"/>
            <a:ext cx="315268" cy="1628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Shantell Sans"/>
              </a:rPr>
              <a:t>Apple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5905" y="4691223"/>
            <a:ext cx="1442654" cy="4560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  <a:latin typeface="Shantell Sans"/>
              </a:rPr>
              <a:t>Feature
extraction/learning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009" y="1415128"/>
            <a:ext cx="1372140" cy="68411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  <a:latin typeface="Shantell Sans"/>
              </a:rPr>
              <a:t>Training data
(time-series, text,
image, video, etc.)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7545" y="4762660"/>
            <a:ext cx="1330162" cy="2280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  <a:latin typeface="Shantell Sans"/>
              </a:rPr>
              <a:t>Inference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6303" y="1520461"/>
            <a:ext cx="1442654" cy="4560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  <a:latin typeface="Shantell Sans"/>
              </a:rPr>
              <a:t>Feature
extraction/learning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50" y="5211216"/>
            <a:ext cx="409579" cy="1628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84848"/>
                </a:solidFill>
                <a:latin typeface="Shantell Sans"/>
              </a:rPr>
              <a:t>Orange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69255" y="1951093"/>
            <a:ext cx="356796" cy="309218"/>
          </a:xfrm>
          <a:custGeom>
            <a:avLst/>
            <a:gdLst/>
            <a:ahLst/>
            <a:cxnLst/>
            <a:rect l="0" t="0" r="0" b="0"/>
            <a:pathLst>
              <a:path w="356796" h="309218">
                <a:moveTo>
                  <a:pt x="23781" y="0"/>
                </a:moveTo>
                <a:lnTo>
                  <a:pt x="333015" y="0"/>
                </a:lnTo>
                <a:cubicBezTo>
                  <a:pt x="333015" y="0"/>
                  <a:pt x="356796" y="0"/>
                  <a:pt x="356796" y="23781"/>
                </a:cubicBezTo>
                <a:lnTo>
                  <a:pt x="356796" y="285437"/>
                </a:lnTo>
                <a:cubicBezTo>
                  <a:pt x="356796" y="285437"/>
                  <a:pt x="356796" y="309218"/>
                  <a:pt x="333015" y="309218"/>
                </a:cubicBezTo>
                <a:lnTo>
                  <a:pt x="23781" y="309218"/>
                </a:lnTo>
                <a:cubicBezTo>
                  <a:pt x="23781" y="309218"/>
                  <a:pt x="0" y="309218"/>
                  <a:pt x="0" y="285437"/>
                </a:cubicBezTo>
                <a:lnTo>
                  <a:pt x="0" y="23781"/>
                </a:lnTo>
                <a:cubicBezTo>
                  <a:pt x="0" y="23781"/>
                  <a:pt x="0" y="0"/>
                  <a:pt x="23781" y="0"/>
                </a:cubicBezTo>
                <a:moveTo>
                  <a:pt x="0" y="71359"/>
                </a:moveTo>
                <a:lnTo>
                  <a:pt x="356796" y="71359"/>
                </a:lnTo>
                <a:moveTo>
                  <a:pt x="70645" y="138344"/>
                </a:moveTo>
                <a:cubicBezTo>
                  <a:pt x="50304" y="150547"/>
                  <a:pt x="39918" y="174291"/>
                  <a:pt x="44765" y="197511"/>
                </a:cubicBezTo>
                <a:cubicBezTo>
                  <a:pt x="49611" y="220732"/>
                  <a:pt x="68627" y="238339"/>
                  <a:pt x="92152" y="241387"/>
                </a:cubicBezTo>
                <a:cubicBezTo>
                  <a:pt x="115676" y="244435"/>
                  <a:pt x="138552" y="232256"/>
                  <a:pt x="149156" y="211037"/>
                </a:cubicBezTo>
                <a:moveTo>
                  <a:pt x="257684" y="241830"/>
                </a:moveTo>
                <a:cubicBezTo>
                  <a:pt x="231788" y="241822"/>
                  <a:pt x="209342" y="223902"/>
                  <a:pt x="203596" y="198651"/>
                </a:cubicBezTo>
                <a:cubicBezTo>
                  <a:pt x="197851" y="173401"/>
                  <a:pt x="210335" y="147534"/>
                  <a:pt x="233678" y="136322"/>
                </a:cubicBezTo>
                <a:cubicBezTo>
                  <a:pt x="257021" y="125110"/>
                  <a:pt x="285016" y="131534"/>
                  <a:pt x="301134" y="151803"/>
                </a:cubicBezTo>
                <a:cubicBezTo>
                  <a:pt x="317252" y="172071"/>
                  <a:pt x="317208" y="200793"/>
                  <a:pt x="301028" y="221012"/>
                </a:cubicBezTo>
                <a:moveTo>
                  <a:pt x="116936" y="133255"/>
                </a:moveTo>
                <a:cubicBezTo>
                  <a:pt x="133584" y="138835"/>
                  <a:pt x="146639" y="151918"/>
                  <a:pt x="152181" y="168578"/>
                </a:cubicBezTo>
                <a:moveTo>
                  <a:pt x="33740" y="34392"/>
                </a:moveTo>
                <a:cubicBezTo>
                  <a:pt x="33740" y="37604"/>
                  <a:pt x="36345" y="40209"/>
                  <a:pt x="39557" y="40209"/>
                </a:cubicBezTo>
                <a:cubicBezTo>
                  <a:pt x="42770" y="40209"/>
                  <a:pt x="45375" y="37604"/>
                  <a:pt x="45375" y="34392"/>
                </a:cubicBezTo>
                <a:cubicBezTo>
                  <a:pt x="45375" y="31179"/>
                  <a:pt x="42770" y="28574"/>
                  <a:pt x="39557" y="28574"/>
                </a:cubicBezTo>
                <a:cubicBezTo>
                  <a:pt x="36345" y="28574"/>
                  <a:pt x="33740" y="31179"/>
                  <a:pt x="33740" y="34392"/>
                </a:cubicBezTo>
                <a:moveTo>
                  <a:pt x="78293" y="34392"/>
                </a:moveTo>
                <a:cubicBezTo>
                  <a:pt x="78293" y="37604"/>
                  <a:pt x="80898" y="40209"/>
                  <a:pt x="84111" y="40209"/>
                </a:cubicBezTo>
                <a:cubicBezTo>
                  <a:pt x="87323" y="40209"/>
                  <a:pt x="89928" y="37604"/>
                  <a:pt x="89928" y="34392"/>
                </a:cubicBezTo>
                <a:cubicBezTo>
                  <a:pt x="89928" y="31179"/>
                  <a:pt x="87323" y="28574"/>
                  <a:pt x="84111" y="28574"/>
                </a:cubicBezTo>
                <a:cubicBezTo>
                  <a:pt x="80898" y="28574"/>
                  <a:pt x="78293" y="31179"/>
                  <a:pt x="78293" y="34392"/>
                </a:cubicBezTo>
                <a:moveTo>
                  <a:pt x="122862" y="34392"/>
                </a:moveTo>
                <a:cubicBezTo>
                  <a:pt x="122862" y="37604"/>
                  <a:pt x="125466" y="40209"/>
                  <a:pt x="128679" y="40209"/>
                </a:cubicBezTo>
                <a:cubicBezTo>
                  <a:pt x="131892" y="40209"/>
                  <a:pt x="134496" y="37604"/>
                  <a:pt x="134496" y="34392"/>
                </a:cubicBezTo>
                <a:cubicBezTo>
                  <a:pt x="134496" y="31179"/>
                  <a:pt x="131892" y="28574"/>
                  <a:pt x="128679" y="28574"/>
                </a:cubicBezTo>
                <a:cubicBezTo>
                  <a:pt x="125466" y="28574"/>
                  <a:pt x="122862" y="31179"/>
                  <a:pt x="122862" y="34392"/>
                </a:cubicBezTo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60754" y="2070234"/>
            <a:ext cx="356796" cy="232693"/>
          </a:xfrm>
          <a:custGeom>
            <a:avLst/>
            <a:gdLst/>
            <a:ahLst/>
            <a:cxnLst/>
            <a:rect l="0" t="0" r="0" b="0"/>
            <a:pathLst>
              <a:path w="356796" h="232693">
                <a:moveTo>
                  <a:pt x="0" y="232693"/>
                </a:moveTo>
                <a:lnTo>
                  <a:pt x="356796" y="232693"/>
                </a:lnTo>
                <a:moveTo>
                  <a:pt x="62051" y="232693"/>
                </a:moveTo>
                <a:lnTo>
                  <a:pt x="62051" y="162885"/>
                </a:lnTo>
                <a:cubicBezTo>
                  <a:pt x="62051" y="158601"/>
                  <a:pt x="58578" y="155129"/>
                  <a:pt x="54295" y="155129"/>
                </a:cubicBezTo>
                <a:lnTo>
                  <a:pt x="23269" y="155129"/>
                </a:lnTo>
                <a:cubicBezTo>
                  <a:pt x="18985" y="155129"/>
                  <a:pt x="15512" y="158601"/>
                  <a:pt x="15512" y="162885"/>
                </a:cubicBezTo>
                <a:lnTo>
                  <a:pt x="15512" y="232693"/>
                </a:lnTo>
                <a:moveTo>
                  <a:pt x="155129" y="232693"/>
                </a:moveTo>
                <a:lnTo>
                  <a:pt x="155129" y="85321"/>
                </a:lnTo>
                <a:cubicBezTo>
                  <a:pt x="155129" y="81037"/>
                  <a:pt x="151656" y="77564"/>
                  <a:pt x="147372" y="77564"/>
                </a:cubicBezTo>
                <a:lnTo>
                  <a:pt x="116346" y="77564"/>
                </a:lnTo>
                <a:cubicBezTo>
                  <a:pt x="112063" y="77564"/>
                  <a:pt x="108590" y="81037"/>
                  <a:pt x="108590" y="85321"/>
                </a:cubicBezTo>
                <a:lnTo>
                  <a:pt x="108590" y="232693"/>
                </a:lnTo>
                <a:moveTo>
                  <a:pt x="248206" y="232693"/>
                </a:moveTo>
                <a:lnTo>
                  <a:pt x="248206" y="116346"/>
                </a:lnTo>
                <a:cubicBezTo>
                  <a:pt x="248206" y="112063"/>
                  <a:pt x="244733" y="108590"/>
                  <a:pt x="240450" y="108590"/>
                </a:cubicBezTo>
                <a:lnTo>
                  <a:pt x="209424" y="108590"/>
                </a:lnTo>
                <a:cubicBezTo>
                  <a:pt x="205140" y="108590"/>
                  <a:pt x="201667" y="112063"/>
                  <a:pt x="201667" y="116346"/>
                </a:cubicBezTo>
                <a:lnTo>
                  <a:pt x="201667" y="232693"/>
                </a:lnTo>
                <a:moveTo>
                  <a:pt x="341284" y="232693"/>
                </a:moveTo>
                <a:lnTo>
                  <a:pt x="341284" y="7756"/>
                </a:lnTo>
                <a:cubicBezTo>
                  <a:pt x="341284" y="3472"/>
                  <a:pt x="337811" y="0"/>
                  <a:pt x="333527" y="0"/>
                </a:cubicBezTo>
                <a:lnTo>
                  <a:pt x="302501" y="0"/>
                </a:lnTo>
                <a:cubicBezTo>
                  <a:pt x="298218" y="0"/>
                  <a:pt x="294745" y="3472"/>
                  <a:pt x="294745" y="7756"/>
                </a:cubicBezTo>
                <a:lnTo>
                  <a:pt x="294745" y="232693"/>
                </a:lnTo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54245" y="3259769"/>
            <a:ext cx="356796" cy="356796"/>
          </a:xfrm>
          <a:custGeom>
            <a:avLst/>
            <a:gdLst/>
            <a:ahLst/>
            <a:cxnLst/>
            <a:rect l="0" t="0" r="0" b="0"/>
            <a:pathLst>
              <a:path w="356796" h="356796">
                <a:moveTo>
                  <a:pt x="93077" y="263719"/>
                </a:moveTo>
                <a:lnTo>
                  <a:pt x="31025" y="263719"/>
                </a:lnTo>
                <a:cubicBezTo>
                  <a:pt x="13890" y="263719"/>
                  <a:pt x="0" y="249828"/>
                  <a:pt x="0" y="232693"/>
                </a:cubicBezTo>
                <a:lnTo>
                  <a:pt x="0" y="31025"/>
                </a:lnTo>
                <a:cubicBezTo>
                  <a:pt x="0" y="13890"/>
                  <a:pt x="13890" y="0"/>
                  <a:pt x="31025" y="0"/>
                </a:cubicBezTo>
                <a:lnTo>
                  <a:pt x="325771" y="0"/>
                </a:lnTo>
                <a:cubicBezTo>
                  <a:pt x="342906" y="0"/>
                  <a:pt x="356796" y="13890"/>
                  <a:pt x="356796" y="31025"/>
                </a:cubicBezTo>
                <a:lnTo>
                  <a:pt x="356796" y="224937"/>
                </a:lnTo>
                <a:moveTo>
                  <a:pt x="69808" y="263719"/>
                </a:moveTo>
                <a:lnTo>
                  <a:pt x="69808" y="0"/>
                </a:lnTo>
                <a:moveTo>
                  <a:pt x="34904" y="127981"/>
                </a:moveTo>
                <a:cubicBezTo>
                  <a:pt x="32762" y="127981"/>
                  <a:pt x="31025" y="129717"/>
                  <a:pt x="31025" y="131859"/>
                </a:cubicBezTo>
                <a:lnTo>
                  <a:pt x="31025" y="131859"/>
                </a:lnTo>
                <a:cubicBezTo>
                  <a:pt x="31025" y="134001"/>
                  <a:pt x="32762" y="135737"/>
                  <a:pt x="34904" y="135737"/>
                </a:cubicBezTo>
                <a:lnTo>
                  <a:pt x="34904" y="135737"/>
                </a:lnTo>
                <a:cubicBezTo>
                  <a:pt x="37045" y="135737"/>
                  <a:pt x="38782" y="134001"/>
                  <a:pt x="38782" y="131859"/>
                </a:cubicBezTo>
                <a:lnTo>
                  <a:pt x="38782" y="131859"/>
                </a:lnTo>
                <a:cubicBezTo>
                  <a:pt x="38782" y="129717"/>
                  <a:pt x="37045" y="127981"/>
                  <a:pt x="34904" y="127981"/>
                </a:cubicBezTo>
                <a:lnTo>
                  <a:pt x="34904" y="127981"/>
                </a:lnTo>
                <a:moveTo>
                  <a:pt x="188481" y="356796"/>
                </a:moveTo>
                <a:lnTo>
                  <a:pt x="129532" y="285747"/>
                </a:lnTo>
                <a:cubicBezTo>
                  <a:pt x="122091" y="275843"/>
                  <a:pt x="123714" y="261845"/>
                  <a:pt x="133224" y="253906"/>
                </a:cubicBezTo>
                <a:cubicBezTo>
                  <a:pt x="142734" y="245968"/>
                  <a:pt x="156797" y="246871"/>
                  <a:pt x="165212" y="255963"/>
                </a:cubicBezTo>
                <a:lnTo>
                  <a:pt x="201667" y="299864"/>
                </a:lnTo>
                <a:lnTo>
                  <a:pt x="201667" y="147372"/>
                </a:lnTo>
                <a:cubicBezTo>
                  <a:pt x="201667" y="134521"/>
                  <a:pt x="212085" y="124103"/>
                  <a:pt x="224937" y="124103"/>
                </a:cubicBezTo>
                <a:cubicBezTo>
                  <a:pt x="237788" y="124103"/>
                  <a:pt x="248206" y="134521"/>
                  <a:pt x="248206" y="147372"/>
                </a:cubicBezTo>
                <a:lnTo>
                  <a:pt x="248206" y="248206"/>
                </a:lnTo>
                <a:lnTo>
                  <a:pt x="294745" y="248206"/>
                </a:lnTo>
                <a:cubicBezTo>
                  <a:pt x="329015" y="248206"/>
                  <a:pt x="356796" y="275988"/>
                  <a:pt x="356796" y="310258"/>
                </a:cubicBezTo>
                <a:lnTo>
                  <a:pt x="356796" y="356796"/>
                </a:lnTo>
                <a:moveTo>
                  <a:pt x="325771" y="108590"/>
                </a:moveTo>
                <a:lnTo>
                  <a:pt x="325771" y="155129"/>
                </a:lnTo>
              </a:path>
            </a:pathLst>
          </a:custGeom>
          <a:noFill/>
          <a:ln w="1163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57998" y="3296842"/>
            <a:ext cx="362661" cy="363348"/>
          </a:xfrm>
          <a:custGeom>
            <a:avLst/>
            <a:gdLst/>
            <a:ahLst/>
            <a:cxnLst/>
            <a:rect l="0" t="0" r="0" b="0"/>
            <a:pathLst>
              <a:path w="362661" h="363348">
                <a:moveTo>
                  <a:pt x="243302" y="257494"/>
                </a:moveTo>
                <a:cubicBezTo>
                  <a:pt x="243300" y="270484"/>
                  <a:pt x="253829" y="281016"/>
                  <a:pt x="266819" y="281016"/>
                </a:cubicBezTo>
                <a:cubicBezTo>
                  <a:pt x="279809" y="281016"/>
                  <a:pt x="290339" y="270484"/>
                  <a:pt x="290337" y="257494"/>
                </a:cubicBezTo>
                <a:cubicBezTo>
                  <a:pt x="290339" y="244504"/>
                  <a:pt x="279809" y="233972"/>
                  <a:pt x="266819" y="233972"/>
                </a:cubicBezTo>
                <a:cubicBezTo>
                  <a:pt x="253829" y="233972"/>
                  <a:pt x="243300" y="244504"/>
                  <a:pt x="243302" y="257494"/>
                </a:cubicBezTo>
                <a:moveTo>
                  <a:pt x="286800" y="166480"/>
                </a:moveTo>
                <a:lnTo>
                  <a:pt x="293734" y="189268"/>
                </a:lnTo>
                <a:cubicBezTo>
                  <a:pt x="296079" y="197139"/>
                  <a:pt x="304153" y="201819"/>
                  <a:pt x="312148" y="199941"/>
                </a:cubicBezTo>
                <a:lnTo>
                  <a:pt x="335231" y="194589"/>
                </a:lnTo>
                <a:cubicBezTo>
                  <a:pt x="344215" y="192566"/>
                  <a:pt x="353470" y="196630"/>
                  <a:pt x="358058" y="204615"/>
                </a:cubicBezTo>
                <a:cubicBezTo>
                  <a:pt x="362646" y="212599"/>
                  <a:pt x="361499" y="222641"/>
                  <a:pt x="355228" y="229385"/>
                </a:cubicBezTo>
                <a:lnTo>
                  <a:pt x="339063" y="246806"/>
                </a:lnTo>
                <a:cubicBezTo>
                  <a:pt x="333480" y="252832"/>
                  <a:pt x="333480" y="262141"/>
                  <a:pt x="339063" y="268167"/>
                </a:cubicBezTo>
                <a:lnTo>
                  <a:pt x="355228" y="285603"/>
                </a:lnTo>
                <a:cubicBezTo>
                  <a:pt x="361509" y="292342"/>
                  <a:pt x="362661" y="302389"/>
                  <a:pt x="358070" y="310376"/>
                </a:cubicBezTo>
                <a:cubicBezTo>
                  <a:pt x="353478" y="318362"/>
                  <a:pt x="344216" y="322421"/>
                  <a:pt x="335231" y="320383"/>
                </a:cubicBezTo>
                <a:lnTo>
                  <a:pt x="312148" y="315031"/>
                </a:lnTo>
                <a:cubicBezTo>
                  <a:pt x="304148" y="313155"/>
                  <a:pt x="296073" y="317842"/>
                  <a:pt x="293734" y="325720"/>
                </a:cubicBezTo>
                <a:lnTo>
                  <a:pt x="286800" y="348493"/>
                </a:lnTo>
                <a:cubicBezTo>
                  <a:pt x="284148" y="357311"/>
                  <a:pt x="276028" y="363348"/>
                  <a:pt x="266819" y="363348"/>
                </a:cubicBezTo>
                <a:cubicBezTo>
                  <a:pt x="257611" y="363348"/>
                  <a:pt x="249491" y="357311"/>
                  <a:pt x="246839" y="348493"/>
                </a:cubicBezTo>
                <a:lnTo>
                  <a:pt x="239920" y="325720"/>
                </a:lnTo>
                <a:cubicBezTo>
                  <a:pt x="237582" y="317842"/>
                  <a:pt x="229506" y="313155"/>
                  <a:pt x="221506" y="315031"/>
                </a:cubicBezTo>
                <a:lnTo>
                  <a:pt x="198423" y="320383"/>
                </a:lnTo>
                <a:cubicBezTo>
                  <a:pt x="189442" y="322411"/>
                  <a:pt x="180187" y="318349"/>
                  <a:pt x="175601" y="310365"/>
                </a:cubicBezTo>
                <a:cubicBezTo>
                  <a:pt x="171014" y="302381"/>
                  <a:pt x="172166" y="292341"/>
                  <a:pt x="178442" y="285603"/>
                </a:cubicBezTo>
                <a:lnTo>
                  <a:pt x="194591" y="268167"/>
                </a:lnTo>
                <a:cubicBezTo>
                  <a:pt x="200175" y="262141"/>
                  <a:pt x="200175" y="252832"/>
                  <a:pt x="194591" y="246806"/>
                </a:cubicBezTo>
                <a:lnTo>
                  <a:pt x="178442" y="229385"/>
                </a:lnTo>
                <a:cubicBezTo>
                  <a:pt x="172152" y="222649"/>
                  <a:pt x="170991" y="212599"/>
                  <a:pt x="175580" y="204607"/>
                </a:cubicBezTo>
                <a:cubicBezTo>
                  <a:pt x="180170" y="196615"/>
                  <a:pt x="189435" y="192551"/>
                  <a:pt x="198423" y="194589"/>
                </a:cubicBezTo>
                <a:lnTo>
                  <a:pt x="221506" y="199941"/>
                </a:lnTo>
                <a:cubicBezTo>
                  <a:pt x="229502" y="201819"/>
                  <a:pt x="237575" y="197139"/>
                  <a:pt x="239920" y="189268"/>
                </a:cubicBezTo>
                <a:lnTo>
                  <a:pt x="246854" y="166480"/>
                </a:lnTo>
                <a:cubicBezTo>
                  <a:pt x="249515" y="157674"/>
                  <a:pt x="257629" y="151650"/>
                  <a:pt x="266827" y="151650"/>
                </a:cubicBezTo>
                <a:cubicBezTo>
                  <a:pt x="276026" y="151650"/>
                  <a:pt x="284139" y="157674"/>
                  <a:pt x="286800" y="166480"/>
                </a:cubicBezTo>
                <a:close/>
                <a:moveTo>
                  <a:pt x="128801" y="316924"/>
                </a:moveTo>
                <a:cubicBezTo>
                  <a:pt x="52883" y="301008"/>
                  <a:pt x="0" y="231989"/>
                  <a:pt x="4384" y="154544"/>
                </a:cubicBezTo>
                <a:cubicBezTo>
                  <a:pt x="8769" y="77099"/>
                  <a:pt x="69104" y="14490"/>
                  <a:pt x="146334" y="7245"/>
                </a:cubicBezTo>
                <a:cubicBezTo>
                  <a:pt x="223563" y="0"/>
                  <a:pt x="294491" y="50294"/>
                  <a:pt x="313203" y="125572"/>
                </a:cubicBezTo>
                <a:moveTo>
                  <a:pt x="154801" y="77125"/>
                </a:moveTo>
                <a:lnTo>
                  <a:pt x="154801" y="161997"/>
                </a:lnTo>
                <a:lnTo>
                  <a:pt x="98225" y="204424"/>
                </a:lnTo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36437" y="5150653"/>
            <a:ext cx="201398" cy="219221"/>
          </a:xfrm>
          <a:custGeom>
            <a:avLst/>
            <a:gdLst/>
            <a:ahLst/>
            <a:cxnLst/>
            <a:rect l="0" t="0" r="0" b="0"/>
            <a:pathLst>
              <a:path w="201398" h="219221">
                <a:moveTo>
                  <a:pt x="93409" y="56956"/>
                </a:moveTo>
                <a:cubicBezTo>
                  <a:pt x="90629" y="56955"/>
                  <a:pt x="87881" y="56357"/>
                  <a:pt x="85352" y="55201"/>
                </a:cubicBezTo>
                <a:cubicBezTo>
                  <a:pt x="36225" y="32717"/>
                  <a:pt x="1301" y="57828"/>
                  <a:pt x="1301" y="122226"/>
                </a:cubicBezTo>
                <a:cubicBezTo>
                  <a:pt x="0" y="174421"/>
                  <a:pt x="41217" y="217807"/>
                  <a:pt x="93409" y="219182"/>
                </a:cubicBezTo>
                <a:cubicBezTo>
                  <a:pt x="145604" y="217813"/>
                  <a:pt x="186825" y="174423"/>
                  <a:pt x="185517" y="122226"/>
                </a:cubicBezTo>
                <a:cubicBezTo>
                  <a:pt x="185659" y="111055"/>
                  <a:pt x="184372" y="99912"/>
                  <a:pt x="181688" y="89067"/>
                </a:cubicBezTo>
                <a:moveTo>
                  <a:pt x="93409" y="56917"/>
                </a:moveTo>
                <a:lnTo>
                  <a:pt x="93409" y="15575"/>
                </a:lnTo>
                <a:moveTo>
                  <a:pt x="93409" y="56956"/>
                </a:moveTo>
                <a:cubicBezTo>
                  <a:pt x="71351" y="73423"/>
                  <a:pt x="58691" y="99597"/>
                  <a:pt x="59475" y="127113"/>
                </a:cubicBezTo>
                <a:cubicBezTo>
                  <a:pt x="58930" y="160969"/>
                  <a:pt x="71030" y="193811"/>
                  <a:pt x="93409" y="219221"/>
                </a:cubicBezTo>
                <a:moveTo>
                  <a:pt x="126714" y="71102"/>
                </a:moveTo>
                <a:cubicBezTo>
                  <a:pt x="125107" y="71033"/>
                  <a:pt x="123605" y="70288"/>
                  <a:pt x="122579" y="69049"/>
                </a:cubicBezTo>
                <a:cubicBezTo>
                  <a:pt x="121554" y="67811"/>
                  <a:pt x="121101" y="66197"/>
                  <a:pt x="121333" y="64606"/>
                </a:cubicBezTo>
                <a:cubicBezTo>
                  <a:pt x="126029" y="27431"/>
                  <a:pt x="158341" y="0"/>
                  <a:pt x="195785" y="1400"/>
                </a:cubicBezTo>
                <a:cubicBezTo>
                  <a:pt x="197390" y="1466"/>
                  <a:pt x="198893" y="2209"/>
                  <a:pt x="199919" y="3446"/>
                </a:cubicBezTo>
                <a:cubicBezTo>
                  <a:pt x="200945" y="4683"/>
                  <a:pt x="201398" y="6296"/>
                  <a:pt x="201166" y="7886"/>
                </a:cubicBezTo>
                <a:cubicBezTo>
                  <a:pt x="196466" y="45060"/>
                  <a:pt x="164158" y="72492"/>
                  <a:pt x="126714" y="71102"/>
                </a:cubicBezTo>
                <a:close/>
              </a:path>
            </a:pathLst>
          </a:custGeom>
          <a:noFill/>
          <a:ln w="5817">
            <a:solidFill>
              <a:srgbClr val="DE84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14686" y="3474734"/>
            <a:ext cx="265935" cy="345716"/>
          </a:xfrm>
          <a:custGeom>
            <a:avLst/>
            <a:gdLst/>
            <a:ahLst/>
            <a:cxnLst/>
            <a:rect l="0" t="0" r="0" b="0"/>
            <a:pathLst>
              <a:path w="265935" h="345716">
                <a:moveTo>
                  <a:pt x="0" y="292529"/>
                </a:moveTo>
                <a:cubicBezTo>
                  <a:pt x="0" y="321903"/>
                  <a:pt x="23812" y="345716"/>
                  <a:pt x="53187" y="345716"/>
                </a:cubicBezTo>
                <a:cubicBezTo>
                  <a:pt x="82561" y="345716"/>
                  <a:pt x="106374" y="321903"/>
                  <a:pt x="106374" y="292529"/>
                </a:cubicBezTo>
                <a:cubicBezTo>
                  <a:pt x="106374" y="263154"/>
                  <a:pt x="82561" y="239342"/>
                  <a:pt x="53187" y="239342"/>
                </a:cubicBezTo>
                <a:cubicBezTo>
                  <a:pt x="23812" y="239342"/>
                  <a:pt x="0" y="263154"/>
                  <a:pt x="0" y="292529"/>
                </a:cubicBezTo>
                <a:moveTo>
                  <a:pt x="0" y="53187"/>
                </a:moveTo>
                <a:cubicBezTo>
                  <a:pt x="0" y="82561"/>
                  <a:pt x="23812" y="106374"/>
                  <a:pt x="53187" y="106374"/>
                </a:cubicBezTo>
                <a:cubicBezTo>
                  <a:pt x="82561" y="106374"/>
                  <a:pt x="106374" y="82561"/>
                  <a:pt x="106374" y="53187"/>
                </a:cubicBezTo>
                <a:cubicBezTo>
                  <a:pt x="106374" y="23812"/>
                  <a:pt x="82561" y="0"/>
                  <a:pt x="53187" y="0"/>
                </a:cubicBezTo>
                <a:cubicBezTo>
                  <a:pt x="23812" y="0"/>
                  <a:pt x="0" y="23812"/>
                  <a:pt x="0" y="53187"/>
                </a:cubicBezTo>
                <a:moveTo>
                  <a:pt x="159561" y="79780"/>
                </a:moveTo>
                <a:cubicBezTo>
                  <a:pt x="159561" y="109155"/>
                  <a:pt x="183374" y="132967"/>
                  <a:pt x="212748" y="132967"/>
                </a:cubicBezTo>
                <a:cubicBezTo>
                  <a:pt x="242122" y="132967"/>
                  <a:pt x="265935" y="109155"/>
                  <a:pt x="265935" y="79780"/>
                </a:cubicBezTo>
                <a:cubicBezTo>
                  <a:pt x="265935" y="50406"/>
                  <a:pt x="242122" y="26593"/>
                  <a:pt x="212748" y="26593"/>
                </a:cubicBezTo>
                <a:cubicBezTo>
                  <a:pt x="183374" y="26593"/>
                  <a:pt x="159561" y="50406"/>
                  <a:pt x="159561" y="79780"/>
                </a:cubicBezTo>
                <a:moveTo>
                  <a:pt x="53187" y="239342"/>
                </a:moveTo>
                <a:lnTo>
                  <a:pt x="53187" y="106374"/>
                </a:lnTo>
                <a:moveTo>
                  <a:pt x="212748" y="132967"/>
                </a:moveTo>
                <a:lnTo>
                  <a:pt x="212748" y="146264"/>
                </a:lnTo>
                <a:cubicBezTo>
                  <a:pt x="212748" y="175639"/>
                  <a:pt x="188935" y="199451"/>
                  <a:pt x="159561" y="199451"/>
                </a:cubicBezTo>
                <a:lnTo>
                  <a:pt x="93077" y="199451"/>
                </a:lnTo>
                <a:cubicBezTo>
                  <a:pt x="71046" y="199451"/>
                  <a:pt x="53187" y="217311"/>
                  <a:pt x="53187" y="239342"/>
                </a:cubicBezTo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58979" y="5149261"/>
            <a:ext cx="184215" cy="223173"/>
          </a:xfrm>
          <a:custGeom>
            <a:avLst/>
            <a:gdLst/>
            <a:ahLst/>
            <a:cxnLst/>
            <a:rect l="0" t="0" r="0" b="0"/>
            <a:pathLst>
              <a:path w="184215" h="223173">
                <a:moveTo>
                  <a:pt x="92107" y="213477"/>
                </a:moveTo>
                <a:cubicBezTo>
                  <a:pt x="106651" y="213477"/>
                  <a:pt x="96955" y="223173"/>
                  <a:pt x="126042" y="223173"/>
                </a:cubicBezTo>
                <a:cubicBezTo>
                  <a:pt x="155129" y="223173"/>
                  <a:pt x="184215" y="164999"/>
                  <a:pt x="184215" y="126217"/>
                </a:cubicBezTo>
                <a:cubicBezTo>
                  <a:pt x="184215" y="87435"/>
                  <a:pt x="159976" y="58348"/>
                  <a:pt x="130890" y="58348"/>
                </a:cubicBezTo>
                <a:cubicBezTo>
                  <a:pt x="101803" y="58348"/>
                  <a:pt x="101803" y="68043"/>
                  <a:pt x="92107" y="68043"/>
                </a:cubicBezTo>
                <a:cubicBezTo>
                  <a:pt x="82412" y="68043"/>
                  <a:pt x="82412" y="58348"/>
                  <a:pt x="53325" y="58348"/>
                </a:cubicBezTo>
                <a:cubicBezTo>
                  <a:pt x="24238" y="58348"/>
                  <a:pt x="0" y="87435"/>
                  <a:pt x="0" y="126217"/>
                </a:cubicBezTo>
                <a:cubicBezTo>
                  <a:pt x="0" y="164999"/>
                  <a:pt x="29086" y="223173"/>
                  <a:pt x="58173" y="223173"/>
                </a:cubicBezTo>
                <a:cubicBezTo>
                  <a:pt x="87260" y="223173"/>
                  <a:pt x="77564" y="213477"/>
                  <a:pt x="92107" y="213477"/>
                </a:cubicBezTo>
                <a:close/>
                <a:moveTo>
                  <a:pt x="92107" y="68043"/>
                </a:moveTo>
                <a:lnTo>
                  <a:pt x="92107" y="48652"/>
                </a:lnTo>
                <a:cubicBezTo>
                  <a:pt x="92075" y="37956"/>
                  <a:pt x="83412" y="29293"/>
                  <a:pt x="72716" y="29261"/>
                </a:cubicBezTo>
                <a:lnTo>
                  <a:pt x="53325" y="29261"/>
                </a:lnTo>
                <a:moveTo>
                  <a:pt x="117587" y="43010"/>
                </a:moveTo>
                <a:cubicBezTo>
                  <a:pt x="136853" y="40299"/>
                  <a:pt x="151996" y="25160"/>
                  <a:pt x="154712" y="5895"/>
                </a:cubicBezTo>
                <a:cubicBezTo>
                  <a:pt x="154935" y="4333"/>
                  <a:pt x="154410" y="2756"/>
                  <a:pt x="153294" y="1641"/>
                </a:cubicBezTo>
                <a:cubicBezTo>
                  <a:pt x="152178" y="525"/>
                  <a:pt x="150602" y="0"/>
                  <a:pt x="149040" y="223"/>
                </a:cubicBezTo>
                <a:cubicBezTo>
                  <a:pt x="129775" y="2939"/>
                  <a:pt x="114636" y="18082"/>
                  <a:pt x="111925" y="37347"/>
                </a:cubicBezTo>
                <a:cubicBezTo>
                  <a:pt x="111697" y="38908"/>
                  <a:pt x="112220" y="40484"/>
                  <a:pt x="113335" y="41599"/>
                </a:cubicBezTo>
                <a:cubicBezTo>
                  <a:pt x="114450" y="42715"/>
                  <a:pt x="116027" y="43237"/>
                  <a:pt x="117587" y="43010"/>
                </a:cubicBezTo>
                <a:close/>
              </a:path>
            </a:pathLst>
          </a:custGeom>
          <a:noFill/>
          <a:ln w="5817">
            <a:solidFill>
              <a:srgbClr val="E557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3767" y="4811060"/>
            <a:ext cx="341284" cy="279232"/>
          </a:xfrm>
          <a:custGeom>
            <a:avLst/>
            <a:gdLst/>
            <a:ahLst/>
            <a:cxnLst/>
            <a:rect l="0" t="0" r="0" b="0"/>
            <a:pathLst>
              <a:path w="341284" h="279232">
                <a:moveTo>
                  <a:pt x="15512" y="0"/>
                </a:moveTo>
                <a:lnTo>
                  <a:pt x="325771" y="0"/>
                </a:lnTo>
                <a:cubicBezTo>
                  <a:pt x="325771" y="0"/>
                  <a:pt x="341284" y="0"/>
                  <a:pt x="341284" y="15512"/>
                </a:cubicBezTo>
                <a:lnTo>
                  <a:pt x="341284" y="263719"/>
                </a:lnTo>
                <a:cubicBezTo>
                  <a:pt x="341284" y="263719"/>
                  <a:pt x="341284" y="279232"/>
                  <a:pt x="325771" y="279232"/>
                </a:cubicBezTo>
                <a:lnTo>
                  <a:pt x="15512" y="279232"/>
                </a:lnTo>
                <a:cubicBezTo>
                  <a:pt x="15512" y="279232"/>
                  <a:pt x="0" y="279232"/>
                  <a:pt x="0" y="263719"/>
                </a:cubicBezTo>
                <a:lnTo>
                  <a:pt x="0" y="15512"/>
                </a:lnTo>
                <a:cubicBezTo>
                  <a:pt x="0" y="15512"/>
                  <a:pt x="0" y="0"/>
                  <a:pt x="15512" y="0"/>
                </a:cubicBezTo>
                <a:moveTo>
                  <a:pt x="46538" y="93077"/>
                </a:moveTo>
                <a:lnTo>
                  <a:pt x="46538" y="62051"/>
                </a:lnTo>
                <a:cubicBezTo>
                  <a:pt x="46538" y="53484"/>
                  <a:pt x="53484" y="46538"/>
                  <a:pt x="62051" y="46538"/>
                </a:cubicBezTo>
                <a:lnTo>
                  <a:pt x="93077" y="46538"/>
                </a:lnTo>
                <a:moveTo>
                  <a:pt x="248206" y="46538"/>
                </a:moveTo>
                <a:lnTo>
                  <a:pt x="279232" y="46538"/>
                </a:lnTo>
                <a:cubicBezTo>
                  <a:pt x="287799" y="46538"/>
                  <a:pt x="294745" y="53484"/>
                  <a:pt x="294745" y="62051"/>
                </a:cubicBezTo>
                <a:lnTo>
                  <a:pt x="294745" y="93077"/>
                </a:lnTo>
                <a:moveTo>
                  <a:pt x="46538" y="186154"/>
                </a:moveTo>
                <a:lnTo>
                  <a:pt x="46538" y="217180"/>
                </a:lnTo>
                <a:cubicBezTo>
                  <a:pt x="46538" y="225748"/>
                  <a:pt x="53484" y="232693"/>
                  <a:pt x="62051" y="232693"/>
                </a:cubicBezTo>
                <a:lnTo>
                  <a:pt x="93077" y="232693"/>
                </a:lnTo>
                <a:moveTo>
                  <a:pt x="248206" y="232693"/>
                </a:moveTo>
                <a:lnTo>
                  <a:pt x="279232" y="232693"/>
                </a:lnTo>
                <a:cubicBezTo>
                  <a:pt x="287799" y="232693"/>
                  <a:pt x="294745" y="225748"/>
                  <a:pt x="294745" y="217180"/>
                </a:cubicBezTo>
                <a:lnTo>
                  <a:pt x="294745" y="186154"/>
                </a:lnTo>
                <a:moveTo>
                  <a:pt x="131859" y="139616"/>
                </a:moveTo>
                <a:cubicBezTo>
                  <a:pt x="131859" y="118197"/>
                  <a:pt x="149223" y="100833"/>
                  <a:pt x="170642" y="100833"/>
                </a:cubicBezTo>
                <a:cubicBezTo>
                  <a:pt x="192060" y="100833"/>
                  <a:pt x="209424" y="118197"/>
                  <a:pt x="209424" y="139616"/>
                </a:cubicBezTo>
                <a:cubicBezTo>
                  <a:pt x="209424" y="161035"/>
                  <a:pt x="192060" y="178398"/>
                  <a:pt x="170642" y="178398"/>
                </a:cubicBezTo>
                <a:cubicBezTo>
                  <a:pt x="149223" y="178398"/>
                  <a:pt x="131859" y="161035"/>
                  <a:pt x="131859" y="139616"/>
                </a:cubicBezTo>
                <a:moveTo>
                  <a:pt x="261004" y="132666"/>
                </a:moveTo>
                <a:cubicBezTo>
                  <a:pt x="250967" y="121714"/>
                  <a:pt x="214310" y="85321"/>
                  <a:pt x="170642" y="85321"/>
                </a:cubicBezTo>
                <a:cubicBezTo>
                  <a:pt x="126973" y="85321"/>
                  <a:pt x="90316" y="121714"/>
                  <a:pt x="80279" y="132666"/>
                </a:cubicBezTo>
                <a:cubicBezTo>
                  <a:pt x="76621" y="136601"/>
                  <a:pt x="76621" y="142692"/>
                  <a:pt x="80279" y="146628"/>
                </a:cubicBezTo>
                <a:cubicBezTo>
                  <a:pt x="90316" y="157518"/>
                  <a:pt x="126973" y="193911"/>
                  <a:pt x="170642" y="193911"/>
                </a:cubicBezTo>
                <a:cubicBezTo>
                  <a:pt x="214310" y="193911"/>
                  <a:pt x="250967" y="157518"/>
                  <a:pt x="261004" y="146566"/>
                </a:cubicBezTo>
                <a:cubicBezTo>
                  <a:pt x="264662" y="142630"/>
                  <a:pt x="264662" y="136539"/>
                  <a:pt x="261004" y="132604"/>
                </a:cubicBezTo>
                <a:close/>
              </a:path>
            </a:pathLst>
          </a:custGeom>
          <a:noFill/>
          <a:ln w="1163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44456" y="4753469"/>
            <a:ext cx="257126" cy="257126"/>
          </a:xfrm>
          <a:custGeom>
            <a:avLst/>
            <a:gdLst/>
            <a:ahLst/>
            <a:cxnLst/>
            <a:rect l="0" t="0" r="0" b="0"/>
            <a:pathLst>
              <a:path w="257126" h="257126">
                <a:moveTo>
                  <a:pt x="19778" y="0"/>
                </a:moveTo>
                <a:lnTo>
                  <a:pt x="237347" y="0"/>
                </a:lnTo>
                <a:cubicBezTo>
                  <a:pt x="237347" y="0"/>
                  <a:pt x="257126" y="0"/>
                  <a:pt x="257126" y="19778"/>
                </a:cubicBezTo>
                <a:lnTo>
                  <a:pt x="257126" y="237347"/>
                </a:lnTo>
                <a:cubicBezTo>
                  <a:pt x="257126" y="237347"/>
                  <a:pt x="257126" y="257126"/>
                  <a:pt x="237347" y="257126"/>
                </a:cubicBezTo>
                <a:lnTo>
                  <a:pt x="19778" y="257126"/>
                </a:lnTo>
                <a:cubicBezTo>
                  <a:pt x="19778" y="257126"/>
                  <a:pt x="0" y="257126"/>
                  <a:pt x="0" y="237347"/>
                </a:cubicBezTo>
                <a:lnTo>
                  <a:pt x="0" y="19778"/>
                </a:lnTo>
                <a:cubicBezTo>
                  <a:pt x="0" y="19778"/>
                  <a:pt x="0" y="0"/>
                  <a:pt x="19778" y="0"/>
                </a:cubicBezTo>
                <a:moveTo>
                  <a:pt x="133705" y="65666"/>
                </a:moveTo>
                <a:cubicBezTo>
                  <a:pt x="132702" y="63727"/>
                  <a:pt x="130684" y="62526"/>
                  <a:pt x="128501" y="62568"/>
                </a:cubicBezTo>
                <a:cubicBezTo>
                  <a:pt x="126318" y="62610"/>
                  <a:pt x="124349" y="63887"/>
                  <a:pt x="123420" y="65863"/>
                </a:cubicBezTo>
                <a:lnTo>
                  <a:pt x="106410" y="100081"/>
                </a:lnTo>
                <a:cubicBezTo>
                  <a:pt x="105636" y="101843"/>
                  <a:pt x="103974" y="103052"/>
                  <a:pt x="102059" y="103246"/>
                </a:cubicBezTo>
                <a:lnTo>
                  <a:pt x="64281" y="108784"/>
                </a:lnTo>
                <a:cubicBezTo>
                  <a:pt x="62162" y="109127"/>
                  <a:pt x="60412" y="110625"/>
                  <a:pt x="59746" y="112665"/>
                </a:cubicBezTo>
                <a:cubicBezTo>
                  <a:pt x="59080" y="114706"/>
                  <a:pt x="59608" y="116948"/>
                  <a:pt x="61117" y="118476"/>
                </a:cubicBezTo>
                <a:lnTo>
                  <a:pt x="89005" y="145177"/>
                </a:lnTo>
                <a:cubicBezTo>
                  <a:pt x="90175" y="146617"/>
                  <a:pt x="90547" y="148548"/>
                  <a:pt x="89994" y="150320"/>
                </a:cubicBezTo>
                <a:lnTo>
                  <a:pt x="83665" y="187900"/>
                </a:lnTo>
                <a:cubicBezTo>
                  <a:pt x="83199" y="190119"/>
                  <a:pt x="84085" y="192404"/>
                  <a:pt x="85924" y="193730"/>
                </a:cubicBezTo>
                <a:cubicBezTo>
                  <a:pt x="87763" y="195056"/>
                  <a:pt x="90211" y="195174"/>
                  <a:pt x="92169" y="194031"/>
                </a:cubicBezTo>
                <a:lnTo>
                  <a:pt x="125794" y="176230"/>
                </a:lnTo>
                <a:cubicBezTo>
                  <a:pt x="127554" y="175435"/>
                  <a:pt x="129572" y="175435"/>
                  <a:pt x="131332" y="176230"/>
                </a:cubicBezTo>
                <a:lnTo>
                  <a:pt x="164956" y="194031"/>
                </a:lnTo>
                <a:cubicBezTo>
                  <a:pt x="166914" y="195174"/>
                  <a:pt x="169362" y="195056"/>
                  <a:pt x="171202" y="193730"/>
                </a:cubicBezTo>
                <a:cubicBezTo>
                  <a:pt x="173041" y="192404"/>
                  <a:pt x="173927" y="190119"/>
                  <a:pt x="173461" y="187900"/>
                </a:cubicBezTo>
                <a:lnTo>
                  <a:pt x="168121" y="150320"/>
                </a:lnTo>
                <a:cubicBezTo>
                  <a:pt x="167277" y="148709"/>
                  <a:pt x="167277" y="146787"/>
                  <a:pt x="168121" y="145177"/>
                </a:cubicBezTo>
                <a:lnTo>
                  <a:pt x="196009" y="118673"/>
                </a:lnTo>
                <a:cubicBezTo>
                  <a:pt x="197638" y="117160"/>
                  <a:pt x="198245" y="114841"/>
                  <a:pt x="197567" y="112724"/>
                </a:cubicBezTo>
                <a:cubicBezTo>
                  <a:pt x="196890" y="110606"/>
                  <a:pt x="195049" y="109071"/>
                  <a:pt x="192844" y="108784"/>
                </a:cubicBezTo>
                <a:lnTo>
                  <a:pt x="155067" y="103048"/>
                </a:lnTo>
                <a:cubicBezTo>
                  <a:pt x="153152" y="102854"/>
                  <a:pt x="151490" y="101645"/>
                  <a:pt x="150715" y="99883"/>
                </a:cubicBezTo>
                <a:close/>
              </a:path>
            </a:pathLst>
          </a:custGeom>
          <a:noFill/>
          <a:ln w="1163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40636" y="4987918"/>
            <a:ext cx="304053" cy="355261"/>
          </a:xfrm>
          <a:custGeom>
            <a:avLst/>
            <a:gdLst/>
            <a:ahLst/>
            <a:cxnLst/>
            <a:rect l="0" t="0" r="0" b="0"/>
            <a:pathLst>
              <a:path w="304053" h="355261">
                <a:moveTo>
                  <a:pt x="155129" y="141167"/>
                </a:moveTo>
                <a:cubicBezTo>
                  <a:pt x="139616" y="125654"/>
                  <a:pt x="108590" y="117898"/>
                  <a:pt x="93077" y="133411"/>
                </a:cubicBezTo>
                <a:moveTo>
                  <a:pt x="1551" y="172193"/>
                </a:moveTo>
                <a:cubicBezTo>
                  <a:pt x="0" y="165988"/>
                  <a:pt x="0" y="159782"/>
                  <a:pt x="0" y="152026"/>
                </a:cubicBezTo>
                <a:cubicBezTo>
                  <a:pt x="0" y="68256"/>
                  <a:pt x="68256" y="0"/>
                  <a:pt x="152026" y="0"/>
                </a:cubicBezTo>
                <a:cubicBezTo>
                  <a:pt x="235796" y="0"/>
                  <a:pt x="304053" y="68256"/>
                  <a:pt x="304053" y="152026"/>
                </a:cubicBezTo>
                <a:cubicBezTo>
                  <a:pt x="304053" y="207873"/>
                  <a:pt x="274578" y="255963"/>
                  <a:pt x="229591" y="282334"/>
                </a:cubicBezTo>
                <a:moveTo>
                  <a:pt x="123327" y="338274"/>
                </a:moveTo>
                <a:cubicBezTo>
                  <a:pt x="154353" y="325864"/>
                  <a:pt x="148536" y="298514"/>
                  <a:pt x="142330" y="273694"/>
                </a:cubicBezTo>
                <a:lnTo>
                  <a:pt x="191724" y="254566"/>
                </a:lnTo>
                <a:cubicBezTo>
                  <a:pt x="203174" y="250135"/>
                  <a:pt x="209162" y="237526"/>
                  <a:pt x="205359" y="225852"/>
                </a:cubicBezTo>
                <a:lnTo>
                  <a:pt x="205359" y="225852"/>
                </a:lnTo>
                <a:cubicBezTo>
                  <a:pt x="203393" y="219814"/>
                  <a:pt x="199030" y="214851"/>
                  <a:pt x="193293" y="212128"/>
                </a:cubicBezTo>
                <a:cubicBezTo>
                  <a:pt x="187557" y="209405"/>
                  <a:pt x="180953" y="209162"/>
                  <a:pt x="175032" y="211456"/>
                </a:cubicBezTo>
                <a:lnTo>
                  <a:pt x="84157" y="246670"/>
                </a:lnTo>
                <a:cubicBezTo>
                  <a:pt x="76401" y="249773"/>
                  <a:pt x="67093" y="243568"/>
                  <a:pt x="67093" y="235811"/>
                </a:cubicBezTo>
                <a:lnTo>
                  <a:pt x="66488" y="221121"/>
                </a:lnTo>
                <a:cubicBezTo>
                  <a:pt x="66240" y="215135"/>
                  <a:pt x="63520" y="209521"/>
                  <a:pt x="58977" y="205616"/>
                </a:cubicBezTo>
                <a:cubicBezTo>
                  <a:pt x="54434" y="201711"/>
                  <a:pt x="48475" y="199865"/>
                  <a:pt x="42520" y="200519"/>
                </a:cubicBezTo>
                <a:lnTo>
                  <a:pt x="42520" y="200519"/>
                </a:lnTo>
                <a:cubicBezTo>
                  <a:pt x="31566" y="201729"/>
                  <a:pt x="23273" y="210984"/>
                  <a:pt x="23269" y="222005"/>
                </a:cubicBezTo>
                <a:lnTo>
                  <a:pt x="23269" y="285453"/>
                </a:lnTo>
                <a:cubicBezTo>
                  <a:pt x="23269" y="325786"/>
                  <a:pt x="60500" y="355261"/>
                  <a:pt x="99282" y="345953"/>
                </a:cubicBezTo>
                <a:cubicBezTo>
                  <a:pt x="99282" y="345953"/>
                  <a:pt x="115571" y="341377"/>
                  <a:pt x="123327" y="338274"/>
                </a:cubicBezTo>
                <a:close/>
                <a:moveTo>
                  <a:pt x="78728" y="79115"/>
                </a:moveTo>
                <a:cubicBezTo>
                  <a:pt x="75515" y="79115"/>
                  <a:pt x="72910" y="76511"/>
                  <a:pt x="72910" y="73298"/>
                </a:cubicBezTo>
                <a:cubicBezTo>
                  <a:pt x="72910" y="70085"/>
                  <a:pt x="75515" y="67481"/>
                  <a:pt x="78728" y="67481"/>
                </a:cubicBezTo>
                <a:moveTo>
                  <a:pt x="78728" y="67481"/>
                </a:moveTo>
                <a:cubicBezTo>
                  <a:pt x="81940" y="67481"/>
                  <a:pt x="84545" y="70085"/>
                  <a:pt x="84545" y="73298"/>
                </a:cubicBezTo>
                <a:cubicBezTo>
                  <a:pt x="84545" y="76511"/>
                  <a:pt x="81940" y="79115"/>
                  <a:pt x="78728" y="79115"/>
                </a:cubicBezTo>
                <a:moveTo>
                  <a:pt x="161334" y="79115"/>
                </a:moveTo>
                <a:cubicBezTo>
                  <a:pt x="158121" y="79115"/>
                  <a:pt x="155516" y="76511"/>
                  <a:pt x="155516" y="73298"/>
                </a:cubicBezTo>
                <a:cubicBezTo>
                  <a:pt x="155516" y="70085"/>
                  <a:pt x="158121" y="67481"/>
                  <a:pt x="161334" y="67481"/>
                </a:cubicBezTo>
                <a:moveTo>
                  <a:pt x="161334" y="67481"/>
                </a:moveTo>
                <a:cubicBezTo>
                  <a:pt x="164547" y="67481"/>
                  <a:pt x="167151" y="70085"/>
                  <a:pt x="167151" y="73298"/>
                </a:cubicBezTo>
                <a:cubicBezTo>
                  <a:pt x="167151" y="76511"/>
                  <a:pt x="164547" y="79115"/>
                  <a:pt x="161334" y="79115"/>
                </a:cubicBezTo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88857" y="5121831"/>
            <a:ext cx="356796" cy="309218"/>
          </a:xfrm>
          <a:custGeom>
            <a:avLst/>
            <a:gdLst/>
            <a:ahLst/>
            <a:cxnLst/>
            <a:rect l="0" t="0" r="0" b="0"/>
            <a:pathLst>
              <a:path w="356796" h="309218">
                <a:moveTo>
                  <a:pt x="23781" y="0"/>
                </a:moveTo>
                <a:lnTo>
                  <a:pt x="333015" y="0"/>
                </a:lnTo>
                <a:cubicBezTo>
                  <a:pt x="333015" y="0"/>
                  <a:pt x="356796" y="0"/>
                  <a:pt x="356796" y="23781"/>
                </a:cubicBezTo>
                <a:lnTo>
                  <a:pt x="356796" y="285437"/>
                </a:lnTo>
                <a:cubicBezTo>
                  <a:pt x="356796" y="285437"/>
                  <a:pt x="356796" y="309218"/>
                  <a:pt x="333015" y="309218"/>
                </a:cubicBezTo>
                <a:lnTo>
                  <a:pt x="23781" y="309218"/>
                </a:lnTo>
                <a:cubicBezTo>
                  <a:pt x="23781" y="309218"/>
                  <a:pt x="0" y="309218"/>
                  <a:pt x="0" y="285437"/>
                </a:cubicBezTo>
                <a:lnTo>
                  <a:pt x="0" y="23781"/>
                </a:lnTo>
                <a:cubicBezTo>
                  <a:pt x="0" y="23781"/>
                  <a:pt x="0" y="0"/>
                  <a:pt x="23781" y="0"/>
                </a:cubicBezTo>
                <a:moveTo>
                  <a:pt x="0" y="71359"/>
                </a:moveTo>
                <a:lnTo>
                  <a:pt x="356796" y="71359"/>
                </a:lnTo>
                <a:moveTo>
                  <a:pt x="70645" y="138344"/>
                </a:moveTo>
                <a:cubicBezTo>
                  <a:pt x="50304" y="150547"/>
                  <a:pt x="39918" y="174291"/>
                  <a:pt x="44765" y="197511"/>
                </a:cubicBezTo>
                <a:cubicBezTo>
                  <a:pt x="49611" y="220732"/>
                  <a:pt x="68627" y="238339"/>
                  <a:pt x="92152" y="241387"/>
                </a:cubicBezTo>
                <a:cubicBezTo>
                  <a:pt x="115676" y="244435"/>
                  <a:pt x="138552" y="232256"/>
                  <a:pt x="149156" y="211037"/>
                </a:cubicBezTo>
                <a:moveTo>
                  <a:pt x="257684" y="241830"/>
                </a:moveTo>
                <a:cubicBezTo>
                  <a:pt x="231788" y="241822"/>
                  <a:pt x="209342" y="223902"/>
                  <a:pt x="203596" y="198651"/>
                </a:cubicBezTo>
                <a:cubicBezTo>
                  <a:pt x="197851" y="173401"/>
                  <a:pt x="210335" y="147534"/>
                  <a:pt x="233678" y="136322"/>
                </a:cubicBezTo>
                <a:cubicBezTo>
                  <a:pt x="257021" y="125110"/>
                  <a:pt x="285016" y="131534"/>
                  <a:pt x="301134" y="151803"/>
                </a:cubicBezTo>
                <a:cubicBezTo>
                  <a:pt x="317252" y="172071"/>
                  <a:pt x="317208" y="200793"/>
                  <a:pt x="301028" y="221012"/>
                </a:cubicBezTo>
                <a:moveTo>
                  <a:pt x="116936" y="133255"/>
                </a:moveTo>
                <a:cubicBezTo>
                  <a:pt x="133584" y="138835"/>
                  <a:pt x="146639" y="151918"/>
                  <a:pt x="152181" y="168578"/>
                </a:cubicBezTo>
                <a:moveTo>
                  <a:pt x="33740" y="34392"/>
                </a:moveTo>
                <a:cubicBezTo>
                  <a:pt x="33740" y="37604"/>
                  <a:pt x="36345" y="40209"/>
                  <a:pt x="39557" y="40209"/>
                </a:cubicBezTo>
                <a:cubicBezTo>
                  <a:pt x="42770" y="40209"/>
                  <a:pt x="45375" y="37604"/>
                  <a:pt x="45375" y="34392"/>
                </a:cubicBezTo>
                <a:cubicBezTo>
                  <a:pt x="45375" y="31179"/>
                  <a:pt x="42770" y="28574"/>
                  <a:pt x="39557" y="28574"/>
                </a:cubicBezTo>
                <a:cubicBezTo>
                  <a:pt x="36345" y="28574"/>
                  <a:pt x="33740" y="31179"/>
                  <a:pt x="33740" y="34392"/>
                </a:cubicBezTo>
                <a:moveTo>
                  <a:pt x="78293" y="34392"/>
                </a:moveTo>
                <a:cubicBezTo>
                  <a:pt x="78293" y="37604"/>
                  <a:pt x="80898" y="40209"/>
                  <a:pt x="84111" y="40209"/>
                </a:cubicBezTo>
                <a:cubicBezTo>
                  <a:pt x="87323" y="40209"/>
                  <a:pt x="89928" y="37604"/>
                  <a:pt x="89928" y="34392"/>
                </a:cubicBezTo>
                <a:cubicBezTo>
                  <a:pt x="89928" y="31179"/>
                  <a:pt x="87323" y="28574"/>
                  <a:pt x="84111" y="28574"/>
                </a:cubicBezTo>
                <a:cubicBezTo>
                  <a:pt x="80898" y="28574"/>
                  <a:pt x="78293" y="31179"/>
                  <a:pt x="78293" y="34392"/>
                </a:cubicBezTo>
                <a:moveTo>
                  <a:pt x="122862" y="34392"/>
                </a:moveTo>
                <a:cubicBezTo>
                  <a:pt x="122862" y="37604"/>
                  <a:pt x="125466" y="40209"/>
                  <a:pt x="128679" y="40209"/>
                </a:cubicBezTo>
                <a:cubicBezTo>
                  <a:pt x="131892" y="40209"/>
                  <a:pt x="134496" y="37604"/>
                  <a:pt x="134496" y="34392"/>
                </a:cubicBezTo>
                <a:cubicBezTo>
                  <a:pt x="134496" y="31179"/>
                  <a:pt x="131892" y="28574"/>
                  <a:pt x="128679" y="28574"/>
                </a:cubicBezTo>
                <a:cubicBezTo>
                  <a:pt x="125466" y="28574"/>
                  <a:pt x="122862" y="31179"/>
                  <a:pt x="122862" y="34392"/>
                </a:cubicBezTo>
              </a:path>
            </a:pathLst>
          </a:custGeom>
          <a:noFill/>
          <a:ln w="11634">
            <a:solidFill>
              <a:srgbClr val="96969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0" name="Group 39"/>
          <p:cNvGrpSpPr/>
          <p:nvPr/>
        </p:nvGrpSpPr>
        <p:grpSpPr>
          <a:xfrm>
            <a:off x="3704953" y="5034596"/>
            <a:ext cx="575529" cy="62051"/>
            <a:chOff x="3203416" y="3833086"/>
            <a:chExt cx="575529" cy="62051"/>
          </a:xfrm>
        </p:grpSpPr>
        <p:sp>
          <p:nvSpPr>
            <p:cNvPr id="38" name="Rounded Rectangle 37"/>
            <p:cNvSpPr/>
            <p:nvPr/>
          </p:nvSpPr>
          <p:spPr>
            <a:xfrm>
              <a:off x="3203416" y="3864112"/>
              <a:ext cx="560016" cy="7756"/>
            </a:xfrm>
            <a:custGeom>
              <a:avLst/>
              <a:gdLst/>
              <a:ahLst/>
              <a:cxnLst/>
              <a:rect l="0" t="0" r="0" b="0"/>
              <a:pathLst>
                <a:path w="560016" h="7756">
                  <a:moveTo>
                    <a:pt x="0" y="1551"/>
                  </a:moveTo>
                  <a:lnTo>
                    <a:pt x="37230" y="1551"/>
                  </a:lnTo>
                  <a:lnTo>
                    <a:pt x="295520" y="1551"/>
                  </a:lnTo>
                  <a:lnTo>
                    <a:pt x="295520" y="1551"/>
                  </a:lnTo>
                  <a:lnTo>
                    <a:pt x="295520" y="775"/>
                  </a:lnTo>
                  <a:lnTo>
                    <a:pt x="295520" y="0"/>
                  </a:lnTo>
                  <a:lnTo>
                    <a:pt x="295520" y="0"/>
                  </a:lnTo>
                  <a:lnTo>
                    <a:pt x="296296" y="0"/>
                  </a:lnTo>
                  <a:lnTo>
                    <a:pt x="560016" y="0"/>
                  </a:lnTo>
                </a:path>
              </a:pathLst>
            </a:custGeom>
            <a:noFill/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724650" y="3833086"/>
              <a:ext cx="54295" cy="62051"/>
            </a:xfrm>
            <a:custGeom>
              <a:avLst/>
              <a:gdLst/>
              <a:ahLst/>
              <a:cxnLst/>
              <a:rect l="0" t="0" r="0" b="0"/>
              <a:pathLst>
                <a:path w="54295" h="62051">
                  <a:moveTo>
                    <a:pt x="54295" y="31025"/>
                  </a:moveTo>
                  <a:lnTo>
                    <a:pt x="0" y="62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435026" y="4950599"/>
            <a:ext cx="578631" cy="147450"/>
            <a:chOff x="933489" y="3749089"/>
            <a:chExt cx="578631" cy="147450"/>
          </a:xfrm>
        </p:grpSpPr>
        <p:sp>
          <p:nvSpPr>
            <p:cNvPr id="41" name="Rounded Rectangle 40"/>
            <p:cNvSpPr/>
            <p:nvPr/>
          </p:nvSpPr>
          <p:spPr>
            <a:xfrm>
              <a:off x="933489" y="3749089"/>
              <a:ext cx="563118" cy="116424"/>
            </a:xfrm>
            <a:custGeom>
              <a:avLst/>
              <a:gdLst/>
              <a:ahLst/>
              <a:cxnLst/>
              <a:rect l="0" t="0" r="0" b="0"/>
              <a:pathLst>
                <a:path w="563118" h="116424">
                  <a:moveTo>
                    <a:pt x="0" y="77"/>
                  </a:moveTo>
                  <a:lnTo>
                    <a:pt x="37230" y="77"/>
                  </a:lnTo>
                  <a:lnTo>
                    <a:pt x="110917" y="77"/>
                  </a:lnTo>
                  <a:cubicBezTo>
                    <a:pt x="140779" y="0"/>
                    <a:pt x="173822" y="4964"/>
                    <a:pt x="208648" y="14814"/>
                  </a:cubicBezTo>
                  <a:cubicBezTo>
                    <a:pt x="229358" y="20787"/>
                    <a:pt x="260616" y="36145"/>
                    <a:pt x="297072" y="58250"/>
                  </a:cubicBezTo>
                  <a:cubicBezTo>
                    <a:pt x="334148" y="80667"/>
                    <a:pt x="365716" y="96024"/>
                    <a:pt x="386271" y="101687"/>
                  </a:cubicBezTo>
                  <a:cubicBezTo>
                    <a:pt x="420787" y="111460"/>
                    <a:pt x="453519" y="116424"/>
                    <a:pt x="483227" y="116424"/>
                  </a:cubicBezTo>
                  <a:lnTo>
                    <a:pt x="484002" y="116424"/>
                  </a:lnTo>
                  <a:lnTo>
                    <a:pt x="563118" y="116424"/>
                  </a:lnTo>
                </a:path>
              </a:pathLst>
            </a:custGeom>
            <a:noFill/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457825" y="3834488"/>
              <a:ext cx="54295" cy="62051"/>
            </a:xfrm>
            <a:custGeom>
              <a:avLst/>
              <a:gdLst/>
              <a:ahLst/>
              <a:cxnLst/>
              <a:rect l="0" t="0" r="0" b="0"/>
              <a:pathLst>
                <a:path w="54295" h="62051">
                  <a:moveTo>
                    <a:pt x="54295" y="31025"/>
                  </a:moveTo>
                  <a:lnTo>
                    <a:pt x="0" y="62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116628" y="3926824"/>
            <a:ext cx="62051" cy="656972"/>
            <a:chOff x="4615091" y="2725314"/>
            <a:chExt cx="62051" cy="656972"/>
          </a:xfrm>
        </p:grpSpPr>
        <p:sp>
          <p:nvSpPr>
            <p:cNvPr id="44" name="Rounded Rectangle 43"/>
            <p:cNvSpPr/>
            <p:nvPr/>
          </p:nvSpPr>
          <p:spPr>
            <a:xfrm>
              <a:off x="4646117" y="2725314"/>
              <a:ext cx="7756" cy="641458"/>
            </a:xfrm>
            <a:custGeom>
              <a:avLst/>
              <a:gdLst/>
              <a:ahLst/>
              <a:cxnLst/>
              <a:rect l="0" t="0" r="0" b="0"/>
              <a:pathLst>
                <a:path w="7756" h="641458">
                  <a:moveTo>
                    <a:pt x="0" y="0"/>
                  </a:moveTo>
                  <a:lnTo>
                    <a:pt x="0" y="335854"/>
                  </a:lnTo>
                  <a:lnTo>
                    <a:pt x="0" y="641458"/>
                  </a:lnTo>
                </a:path>
              </a:pathLst>
            </a:custGeom>
            <a:noFill/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615091" y="3327991"/>
              <a:ext cx="62051" cy="54295"/>
            </a:xfrm>
            <a:custGeom>
              <a:avLst/>
              <a:gdLst/>
              <a:ahLst/>
              <a:cxnLst/>
              <a:rect l="0" t="0" r="0" b="0"/>
              <a:pathLst>
                <a:path w="62051" h="54295">
                  <a:moveTo>
                    <a:pt x="31025" y="54295"/>
                  </a:moveTo>
                  <a:lnTo>
                    <a:pt x="0" y="0"/>
                  </a:lnTo>
                  <a:lnTo>
                    <a:pt x="62051" y="0"/>
                  </a:lnTo>
                  <a:close/>
                </a:path>
              </a:pathLst>
            </a:custGeom>
            <a:solidFill>
              <a:srgbClr val="969696"/>
            </a:solidFill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047403" y="3407142"/>
            <a:ext cx="674811" cy="62051"/>
            <a:chOff x="5545866" y="2205632"/>
            <a:chExt cx="674811" cy="62051"/>
          </a:xfrm>
        </p:grpSpPr>
        <p:sp>
          <p:nvSpPr>
            <p:cNvPr id="47" name="Rounded Rectangle 46"/>
            <p:cNvSpPr/>
            <p:nvPr/>
          </p:nvSpPr>
          <p:spPr>
            <a:xfrm>
              <a:off x="5561379" y="2236658"/>
              <a:ext cx="659298" cy="7756"/>
            </a:xfrm>
            <a:custGeom>
              <a:avLst/>
              <a:gdLst/>
              <a:ahLst/>
              <a:cxnLst/>
              <a:rect l="0" t="0" r="0" b="0"/>
              <a:pathLst>
                <a:path w="659298" h="7756">
                  <a:moveTo>
                    <a:pt x="659298" y="0"/>
                  </a:moveTo>
                  <a:lnTo>
                    <a:pt x="314136" y="0"/>
                  </a:lnTo>
                  <a:lnTo>
                    <a:pt x="0" y="0"/>
                  </a:lnTo>
                </a:path>
              </a:pathLst>
            </a:custGeom>
            <a:noFill/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5545866" y="2205632"/>
              <a:ext cx="54295" cy="62051"/>
            </a:xfrm>
            <a:custGeom>
              <a:avLst/>
              <a:gdLst/>
              <a:ahLst/>
              <a:cxnLst/>
              <a:rect l="0" t="0" r="0" b="0"/>
              <a:pathLst>
                <a:path w="54295" h="62051">
                  <a:moveTo>
                    <a:pt x="0" y="31025"/>
                  </a:moveTo>
                  <a:lnTo>
                    <a:pt x="54295" y="0"/>
                  </a:lnTo>
                  <a:lnTo>
                    <a:pt x="54295" y="62051"/>
                  </a:lnTo>
                  <a:close/>
                </a:path>
              </a:pathLst>
            </a:custGeom>
            <a:solidFill>
              <a:srgbClr val="969696"/>
            </a:solidFill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565337" y="3407142"/>
            <a:ext cx="682568" cy="62051"/>
            <a:chOff x="3063800" y="2205632"/>
            <a:chExt cx="682568" cy="62051"/>
          </a:xfrm>
        </p:grpSpPr>
        <p:sp>
          <p:nvSpPr>
            <p:cNvPr id="50" name="Rounded Rectangle 49"/>
            <p:cNvSpPr/>
            <p:nvPr/>
          </p:nvSpPr>
          <p:spPr>
            <a:xfrm>
              <a:off x="3063800" y="2236658"/>
              <a:ext cx="667055" cy="7756"/>
            </a:xfrm>
            <a:custGeom>
              <a:avLst/>
              <a:gdLst/>
              <a:ahLst/>
              <a:cxnLst/>
              <a:rect l="0" t="0" r="0" b="0"/>
              <a:pathLst>
                <a:path w="667055" h="7756">
                  <a:moveTo>
                    <a:pt x="0" y="0"/>
                  </a:moveTo>
                  <a:lnTo>
                    <a:pt x="349040" y="0"/>
                  </a:lnTo>
                  <a:lnTo>
                    <a:pt x="667055" y="0"/>
                  </a:lnTo>
                </a:path>
              </a:pathLst>
            </a:custGeom>
            <a:noFill/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692073" y="2205632"/>
              <a:ext cx="54295" cy="62051"/>
            </a:xfrm>
            <a:custGeom>
              <a:avLst/>
              <a:gdLst/>
              <a:ahLst/>
              <a:cxnLst/>
              <a:rect l="0" t="0" r="0" b="0"/>
              <a:pathLst>
                <a:path w="54295" h="62051">
                  <a:moveTo>
                    <a:pt x="54295" y="31025"/>
                  </a:moveTo>
                  <a:lnTo>
                    <a:pt x="0" y="62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116628" y="2384945"/>
            <a:ext cx="62051" cy="549157"/>
            <a:chOff x="4615091" y="1183435"/>
            <a:chExt cx="62051" cy="549157"/>
          </a:xfrm>
        </p:grpSpPr>
        <p:sp>
          <p:nvSpPr>
            <p:cNvPr id="53" name="Rounded Rectangle 52"/>
            <p:cNvSpPr/>
            <p:nvPr/>
          </p:nvSpPr>
          <p:spPr>
            <a:xfrm>
              <a:off x="4646117" y="1183435"/>
              <a:ext cx="7756" cy="533644"/>
            </a:xfrm>
            <a:custGeom>
              <a:avLst/>
              <a:gdLst/>
              <a:ahLst/>
              <a:cxnLst/>
              <a:rect l="0" t="0" r="0" b="0"/>
              <a:pathLst>
                <a:path w="7756" h="533644">
                  <a:moveTo>
                    <a:pt x="0" y="0"/>
                  </a:moveTo>
                  <a:lnTo>
                    <a:pt x="0" y="282335"/>
                  </a:lnTo>
                  <a:lnTo>
                    <a:pt x="0" y="533644"/>
                  </a:lnTo>
                </a:path>
              </a:pathLst>
            </a:custGeom>
            <a:noFill/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4615091" y="1678297"/>
              <a:ext cx="62051" cy="54295"/>
            </a:xfrm>
            <a:custGeom>
              <a:avLst/>
              <a:gdLst/>
              <a:ahLst/>
              <a:cxnLst/>
              <a:rect l="0" t="0" r="0" b="0"/>
              <a:pathLst>
                <a:path w="62051" h="54295">
                  <a:moveTo>
                    <a:pt x="31025" y="54295"/>
                  </a:moveTo>
                  <a:lnTo>
                    <a:pt x="0" y="0"/>
                  </a:lnTo>
                  <a:lnTo>
                    <a:pt x="62051" y="0"/>
                  </a:lnTo>
                  <a:close/>
                </a:path>
              </a:pathLst>
            </a:custGeom>
            <a:solidFill>
              <a:srgbClr val="969696"/>
            </a:solidFill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277765" y="1865260"/>
            <a:ext cx="2016678" cy="62051"/>
            <a:chOff x="1776228" y="663750"/>
            <a:chExt cx="2016678" cy="62051"/>
          </a:xfrm>
        </p:grpSpPr>
        <p:sp>
          <p:nvSpPr>
            <p:cNvPr id="56" name="Rounded Rectangle 55"/>
            <p:cNvSpPr/>
            <p:nvPr/>
          </p:nvSpPr>
          <p:spPr>
            <a:xfrm>
              <a:off x="1776228" y="694776"/>
              <a:ext cx="2001165" cy="7756"/>
            </a:xfrm>
            <a:custGeom>
              <a:avLst/>
              <a:gdLst/>
              <a:ahLst/>
              <a:cxnLst/>
              <a:rect l="0" t="0" r="0" b="0"/>
              <a:pathLst>
                <a:path w="2001165" h="7756">
                  <a:moveTo>
                    <a:pt x="0" y="2326"/>
                  </a:moveTo>
                  <a:lnTo>
                    <a:pt x="33352" y="2326"/>
                  </a:lnTo>
                  <a:lnTo>
                    <a:pt x="77564" y="2326"/>
                  </a:lnTo>
                  <a:lnTo>
                    <a:pt x="170642" y="2326"/>
                  </a:lnTo>
                  <a:lnTo>
                    <a:pt x="356796" y="0"/>
                  </a:lnTo>
                  <a:lnTo>
                    <a:pt x="449874" y="0"/>
                  </a:lnTo>
                  <a:lnTo>
                    <a:pt x="450650" y="0"/>
                  </a:lnTo>
                  <a:lnTo>
                    <a:pt x="2001165" y="0"/>
                  </a:lnTo>
                </a:path>
              </a:pathLst>
            </a:custGeom>
            <a:noFill/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3738611" y="663750"/>
              <a:ext cx="54295" cy="62051"/>
            </a:xfrm>
            <a:custGeom>
              <a:avLst/>
              <a:gdLst/>
              <a:ahLst/>
              <a:cxnLst/>
              <a:rect l="0" t="0" r="0" b="0"/>
              <a:pathLst>
                <a:path w="54295" h="62051">
                  <a:moveTo>
                    <a:pt x="54295" y="31025"/>
                  </a:moveTo>
                  <a:lnTo>
                    <a:pt x="0" y="62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998962" y="4851005"/>
            <a:ext cx="564670" cy="214932"/>
            <a:chOff x="5497425" y="3649495"/>
            <a:chExt cx="564670" cy="214932"/>
          </a:xfrm>
        </p:grpSpPr>
        <p:sp>
          <p:nvSpPr>
            <p:cNvPr id="59" name="Rounded Rectangle 58"/>
            <p:cNvSpPr/>
            <p:nvPr/>
          </p:nvSpPr>
          <p:spPr>
            <a:xfrm>
              <a:off x="5497425" y="3680444"/>
              <a:ext cx="549157" cy="183983"/>
            </a:xfrm>
            <a:custGeom>
              <a:avLst/>
              <a:gdLst/>
              <a:ahLst/>
              <a:cxnLst/>
              <a:rect l="0" t="0" r="0" b="0"/>
              <a:pathLst>
                <a:path w="549157" h="183983">
                  <a:moveTo>
                    <a:pt x="0" y="183905"/>
                  </a:moveTo>
                  <a:lnTo>
                    <a:pt x="36455" y="183905"/>
                  </a:lnTo>
                  <a:lnTo>
                    <a:pt x="103936" y="183905"/>
                  </a:lnTo>
                  <a:cubicBezTo>
                    <a:pt x="136436" y="183983"/>
                    <a:pt x="171960" y="175761"/>
                    <a:pt x="207873" y="159860"/>
                  </a:cubicBezTo>
                  <a:cubicBezTo>
                    <a:pt x="229435" y="149932"/>
                    <a:pt x="258677" y="125577"/>
                    <a:pt x="290091" y="91603"/>
                  </a:cubicBezTo>
                  <a:cubicBezTo>
                    <a:pt x="321660" y="57630"/>
                    <a:pt x="350979" y="33585"/>
                    <a:pt x="372309" y="24122"/>
                  </a:cubicBezTo>
                  <a:cubicBezTo>
                    <a:pt x="408222" y="8221"/>
                    <a:pt x="443746" y="0"/>
                    <a:pt x="476246" y="77"/>
                  </a:cubicBezTo>
                  <a:lnTo>
                    <a:pt x="477022" y="77"/>
                  </a:lnTo>
                  <a:lnTo>
                    <a:pt x="549157" y="77"/>
                  </a:lnTo>
                </a:path>
              </a:pathLst>
            </a:custGeom>
            <a:noFill/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007800" y="3649495"/>
              <a:ext cx="54295" cy="62051"/>
            </a:xfrm>
            <a:custGeom>
              <a:avLst/>
              <a:gdLst/>
              <a:ahLst/>
              <a:cxnLst/>
              <a:rect l="0" t="0" r="0" b="0"/>
              <a:pathLst>
                <a:path w="54295" h="62051">
                  <a:moveTo>
                    <a:pt x="54295" y="31025"/>
                  </a:moveTo>
                  <a:lnTo>
                    <a:pt x="0" y="62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 w="11634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